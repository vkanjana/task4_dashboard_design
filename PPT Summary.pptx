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6887CF-6BEE-4EF7-BBF8-64198E8573F5}" v="2" dt="2026-07-29T17:08:07.6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E6B93-DA98-271F-DE29-4AAA6AD37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4856B-E1D6-BF80-7A7A-D1D946ECD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A52D1-EAB4-8F16-DEEC-48905885B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03272-A376-4FA7-B6E8-832A780EDA8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F831D-DF91-DB71-F4D8-30770E5D9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605C4-174A-E180-95CB-102E2F77E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567C-C1CD-4C87-994A-242D21C86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850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94725-6AE3-CCFA-B360-A139C573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90486-346C-B12C-76E4-F679A1048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290D1-487F-A163-C38E-8AFCAB82A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03272-A376-4FA7-B6E8-832A780EDA8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739B2-0B4A-8354-A203-D3D6304E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C2C8F-5976-DC8E-C6CC-282620B94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567C-C1CD-4C87-994A-242D21C86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209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8BBCD-36DB-7C8C-F032-D092C6D8D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F5201-F0B5-219C-102D-6BF68E1BD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29F7D-A992-7974-60C6-43DFAC27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03272-A376-4FA7-B6E8-832A780EDA8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E048B-857F-E8F7-C0FD-ED529F7AE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EA803-962C-BBD2-85F7-6C3478509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567C-C1CD-4C87-994A-242D21C86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104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46270-566C-DAD1-18BC-8C3B56186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815AF-D653-B91E-5DF3-975C9D568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C5F85-D2A1-5976-DA16-D41163129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B9021-13DE-6D88-930D-B40A5441E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03272-A376-4FA7-B6E8-832A780EDA8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A38FA-3015-9CAF-E13C-2F574E9B0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9D456-2C6B-2852-B762-7C767A705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567C-C1CD-4C87-994A-242D21C86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329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B693C-814B-8E4E-E9E8-E224FB282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058EF-3E7A-8FA4-14B8-04469E70C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719185-7E2D-2359-303A-D22BFE6C8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88DA91-E7F3-53B3-4B93-6284E496ED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F4D3A2-3497-97F1-58B2-27F6277DB0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0D819C-601C-B94B-D49F-989108FCB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03272-A376-4FA7-B6E8-832A780EDA8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114961-9AF3-D986-09E3-A7B50EDD8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791FA8-D0B6-89AB-7B52-11D15C34C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567C-C1CD-4C87-994A-242D21C86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70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A73E3-98B2-DF4C-52C7-250A70356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3A3184-105F-0C7C-2F4D-15BA47AA9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03272-A376-4FA7-B6E8-832A780EDA8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3CBCB9-06E7-80E8-F708-8EAE45F47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27DFB1-A27C-DDF1-0EEE-F7AFE6A75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567C-C1CD-4C87-994A-242D21C86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261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27E82C-216F-F375-938B-FBD620E33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03272-A376-4FA7-B6E8-832A780EDA8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4D9BB5-A835-9264-009F-6B3B9FF3A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EF96C-21A5-9EE3-DE03-6DBE62A46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567C-C1CD-4C87-994A-242D21C86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551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8DEE2-AEDD-145F-1DA0-3B59E7FD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1FDCC-095A-F11A-518A-5D7302E84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E4E2DB-B115-E42C-30B8-52DCA332F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2F0C9-B4F1-0012-0FF5-0AFA8EB5D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03272-A376-4FA7-B6E8-832A780EDA8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3B1EB-3729-A72C-986D-C1F25B9CF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5C16E-F0E0-EA74-E87F-1D7DB8FAF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567C-C1CD-4C87-994A-242D21C86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883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D322C-CABD-F21F-B0CF-B331E27AD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6B71E9-36C1-62BB-7D84-45A45469F6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11BD9-87FC-CC9E-CC69-3AC1BB550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6A056-94C0-77F5-3C6F-D4D56A8C4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03272-A376-4FA7-B6E8-832A780EDA8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0452E-F336-6A3C-C732-7AE7ED7CC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D9FAF-2145-6CA0-9BD4-B8E5FA5F1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567C-C1CD-4C87-994A-242D21C86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717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32637-DC51-40CE-7EF2-05D9627D9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6A671-49C9-B572-41B4-677B519C3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A4060-85E3-D285-3D64-AFD0E771D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03272-A376-4FA7-B6E8-832A780EDA8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7E873-0522-9273-DD76-D5437A245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A487F-A3CC-0AE7-4F66-4CBAA81A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567C-C1CD-4C87-994A-242D21C86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897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F131D1-24B6-8C71-8C27-27DAF141A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8CF8AA-4AA7-4BE1-0128-61ED5AC9A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F19D3-5118-F336-7C65-D72CBBB7E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03272-A376-4FA7-B6E8-832A780EDA8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F6459-C44E-9107-A861-EB9353C62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0E7C7-1D16-ED80-96CE-EF3ED88D5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567C-C1CD-4C87-994A-242D21C86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59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662756-D01D-46C5-DD80-3BD2B9DE1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C8CD0-8819-6F5F-2781-E6C01D1AF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C2639-5894-3114-4C34-62141A7709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03272-A376-4FA7-B6E8-832A780EDA8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CBABA-03D0-851C-ABFF-23FCB1937F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D4ECD-0D67-29BA-3DA2-B6C6B044C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D567C-C1CD-4C87-994A-242D21C86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125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54239E-2DA3-8F66-772B-AEA99F8FE0B0}"/>
              </a:ext>
            </a:extLst>
          </p:cNvPr>
          <p:cNvSpPr txBox="1"/>
          <p:nvPr/>
        </p:nvSpPr>
        <p:spPr>
          <a:xfrm>
            <a:off x="1566333" y="1159920"/>
            <a:ext cx="795020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                                                  </a:t>
            </a:r>
            <a:r>
              <a:rPr lang="en-IN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4: Dashboard Design</a:t>
            </a:r>
          </a:p>
          <a:p>
            <a:pPr>
              <a:buNone/>
            </a:pPr>
            <a:endParaRPr lang="en-IN" b="1" u="sng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b="1" u="sng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b="1" u="sng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             </a:t>
            </a:r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Dashboard using Power BI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A0AA92-CF2F-4DF4-5A83-C17D32DBFA55}"/>
              </a:ext>
            </a:extLst>
          </p:cNvPr>
          <p:cNvSpPr txBox="1"/>
          <p:nvPr/>
        </p:nvSpPr>
        <p:spPr>
          <a:xfrm>
            <a:off x="10066867" y="6206067"/>
            <a:ext cx="1760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Anjana V K</a:t>
            </a:r>
          </a:p>
        </p:txBody>
      </p:sp>
    </p:spTree>
    <p:extLst>
      <p:ext uri="{BB962C8B-B14F-4D97-AF65-F5344CB8AC3E}">
        <p14:creationId xmlns:p14="http://schemas.microsoft.com/office/powerpoint/2010/main" val="2719087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3258FA-41BF-01EB-FA3B-CC6B673E91BA}"/>
              </a:ext>
            </a:extLst>
          </p:cNvPr>
          <p:cNvSpPr txBox="1"/>
          <p:nvPr/>
        </p:nvSpPr>
        <p:spPr>
          <a:xfrm>
            <a:off x="795867" y="448732"/>
            <a:ext cx="9169400" cy="3400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lnSpc>
                <a:spcPct val="200000"/>
              </a:lnSpc>
              <a:buNone/>
            </a:pPr>
            <a:endParaRPr lang="en-IN" b="1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interactive sales dashboard using Power BI.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performance using key business metrics.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meaningful insights for business stakeholders.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interactive analysis using filters and visualizations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6453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E28481-F208-56F8-0BED-DCE2365B9B6F}"/>
              </a:ext>
            </a:extLst>
          </p:cNvPr>
          <p:cNvSpPr txBox="1"/>
          <p:nvPr/>
        </p:nvSpPr>
        <p:spPr>
          <a:xfrm>
            <a:off x="753533" y="635001"/>
            <a:ext cx="8390467" cy="478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Sales-Export_2019-2020.csv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 sales records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sales, cost, profit, customer, country, category, device type, and date.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pPr>
              <a:lnSpc>
                <a:spcPct val="150000"/>
              </a:lnSpc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</a:p>
        </p:txBody>
      </p:sp>
    </p:spTree>
    <p:extLst>
      <p:ext uri="{BB962C8B-B14F-4D97-AF65-F5344CB8AC3E}">
        <p14:creationId xmlns:p14="http://schemas.microsoft.com/office/powerpoint/2010/main" val="705175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1EBB3A-D433-81A7-0A4B-D59407D7FF36}"/>
              </a:ext>
            </a:extLst>
          </p:cNvPr>
          <p:cNvSpPr txBox="1"/>
          <p:nvPr/>
        </p:nvSpPr>
        <p:spPr>
          <a:xfrm>
            <a:off x="584200" y="287867"/>
            <a:ext cx="85598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Features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Cost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Slicers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Type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Trend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Country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Category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Device Type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Sales Manager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Sales Representative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Customers</a:t>
            </a:r>
          </a:p>
        </p:txBody>
      </p:sp>
    </p:spTree>
    <p:extLst>
      <p:ext uri="{BB962C8B-B14F-4D97-AF65-F5344CB8AC3E}">
        <p14:creationId xmlns:p14="http://schemas.microsoft.com/office/powerpoint/2010/main" val="1012790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04695F26-39DB-450E-B464-9C76CD233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F42E55F-A297-474F-AF2D-6D3A15822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72070F7-E065-4D60-8938-9FB8CDB8A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9919" y="170310"/>
            <a:ext cx="2514948" cy="2174333"/>
            <a:chOff x="-305" y="-4155"/>
            <a:chExt cx="2514948" cy="2174333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F672C03-E63A-4F6B-96BD-0C4E3F1B8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BB94CDF-5C33-4B0A-B53F-50762639C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3C92F9D-544D-4691-94A7-B937CF4BE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CA4DEE4-B7B4-47F4-A9C5-31AED8369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6F23C45-8364-1F9A-CADB-D1A0DC69C177}"/>
              </a:ext>
            </a:extLst>
          </p:cNvPr>
          <p:cNvSpPr txBox="1"/>
          <p:nvPr/>
        </p:nvSpPr>
        <p:spPr>
          <a:xfrm>
            <a:off x="6096000" y="338328"/>
            <a:ext cx="5288841" cy="21533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Summary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 two-page interactive dashboard.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DAX measures to calculate key performance indicators.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Added filters for dynamic analysis.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appropriate charts to visualize business performance.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6BA39-5845-7187-BB5E-DED47C8EA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508" y="3364198"/>
            <a:ext cx="2837342" cy="26954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6A1400-9DC2-6EA0-B4EF-981C6FB5A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859" y="3364198"/>
            <a:ext cx="2921924" cy="269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381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22CB46-6EDF-BA48-E5B8-7C05822F6548}"/>
              </a:ext>
            </a:extLst>
          </p:cNvPr>
          <p:cNvSpPr txBox="1"/>
          <p:nvPr/>
        </p:nvSpPr>
        <p:spPr>
          <a:xfrm>
            <a:off x="482599" y="355600"/>
            <a:ext cx="8568267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>
              <a:lnSpc>
                <a:spcPct val="150000"/>
              </a:lnSpc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Clothing category generated the highest sales.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 devices contributed the highest sales.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varies across countries.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customers contribute significantly to revenue.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 is approximately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16.75%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an interactive view of sales performance.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stakeholders monitor KPIs and make data-driven business decisions</a:t>
            </a:r>
          </a:p>
        </p:txBody>
      </p:sp>
    </p:spTree>
    <p:extLst>
      <p:ext uri="{BB962C8B-B14F-4D97-AF65-F5344CB8AC3E}">
        <p14:creationId xmlns:p14="http://schemas.microsoft.com/office/powerpoint/2010/main" val="4179981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219</Words>
  <Application>Microsoft Office PowerPoint</Application>
  <PresentationFormat>Widescreen</PresentationFormat>
  <Paragraphs>71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ANJANA V K-[MY.AC.U3BCA24305]</dc:creator>
  <cp:lastModifiedBy>anjanasumithran@gmail.com</cp:lastModifiedBy>
  <cp:revision>2</cp:revision>
  <dcterms:created xsi:type="dcterms:W3CDTF">2026-07-29T16:31:08Z</dcterms:created>
  <dcterms:modified xsi:type="dcterms:W3CDTF">2026-07-29T17:10:06Z</dcterms:modified>
</cp:coreProperties>
</file>